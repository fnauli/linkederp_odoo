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tunjuk" id="{191fd3a9-154a-21cf-176f-e66d58273547}">
          <p14:sldIdLst>
            <p14:sldId id="256"/>
          </p14:sldIdLst>
        </p14:section>
        <p14:section name="Layanan" id="{cdff5539-0eab-ce5d-a78f-5f88990d8729}">
          <p14:sldIdLst>
            <p14:sldId id="257"/>
            <p14:sldId id="258"/>
          </p14:sldIdLst>
        </p14:section>
        <p14:section name="Area" id="{41914630-b355-ac17-26c4-0385505a34d2}">
          <p14:sldIdLst>
            <p14:sldId id="259"/>
            <p14:sldId id="260"/>
          </p14:sldIdLst>
        </p14:section>
        <p14:section name="Cara Order" id="{d5fa3f1e-3ebd-f378-0dc9-8e9eb96d9236}">
          <p14:sldIdLst>
            <p14:sldId id="261"/>
            <p14:sldId id="262"/>
          </p14:sldIdLst>
        </p14:section>
        <p14:section name="Testimoni" id="{1046f21c-14e1-a0b6-53a8-27141eba2e9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petunjuk untuk tim Hoki. Jangan di-export / di-upload.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 highlight "Layanan". Warna latar bisa diganti lewat Format Background; ikon bisa diganti gambar lain (taruh di tengah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highlight "Layanan". Isi semua teks [ISI: ...] dengan info resmi Hoki, lalu export sebagai PNG (1080 x 1920).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 highlight "Area". Warna latar bisa diganti lewat Format Background; ikon bisa diganti gambar lain (taruh di tengah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highlight "Area". Isi semua teks [ISI: ...] dengan info resmi Hoki, lalu export sebagai PNG (1080 x 1920).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 highlight "Cara Order". Warna latar bisa diganti lewat Format Background; ikon bisa diganti gambar lain (taruh di tengah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highlight "Cara Order". Isi semua teks [ISI: ...] dengan info resmi Hoki, lalu export sebagai PNG (1080 x 1920).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 highlight "Testimoni". Warna latar bisa diganti lewat Format Background; ikon bisa diganti gambar lain (taruh di tengah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testimoni. Klik kanan slide &gt; Duplicate Slide untuk testimoni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_1"/>
          <p:cNvSpPr txBox="1"/>
          <p:nvPr/>
        </p:nvSpPr>
        <p:spPr>
          <a:xfrm>
            <a:off x="685800" y="1143000"/>
            <a:ext cx="8915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PETUNJUK (jangan di-upload)</a:t>
            </a:r>
            <a:endParaRPr lang="en-US" sz="2400" dirty="0"/>
          </a:p>
        </p:txBody>
      </p:sp>
      <p:sp>
        <p:nvSpPr>
          <p:cNvPr id="3" name="Judul_2"/>
          <p:cNvSpPr txBox="1"/>
          <p:nvPr/>
        </p:nvSpPr>
        <p:spPr>
          <a:xfrm>
            <a:off x="685800" y="1714500"/>
            <a:ext cx="8915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chemeClr val="tx1"/>
                </a:solidFill>
              </a:rPr>
              <a:t>Cara pakai file ini</a:t>
            </a:r>
            <a:endParaRPr lang="en-US" sz="5700" dirty="0"/>
          </a:p>
        </p:txBody>
      </p:sp>
      <p:sp>
        <p:nvSpPr>
          <p:cNvPr id="4" name="Nomor 1_3"/>
          <p:cNvSpPr/>
          <p:nvPr/>
        </p:nvSpPr>
        <p:spPr>
          <a:xfrm>
            <a:off x="685800" y="34290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ngka 1_4"/>
          <p:cNvSpPr txBox="1"/>
          <p:nvPr/>
        </p:nvSpPr>
        <p:spPr>
          <a:xfrm>
            <a:off x="68580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Langkah 1_5"/>
          <p:cNvSpPr txBox="1"/>
          <p:nvPr/>
        </p:nvSpPr>
        <p:spPr>
          <a:xfrm>
            <a:off x="1905000" y="3352800"/>
            <a:ext cx="769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Isi teks [ISI: ...]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175" dirty="0">
                <a:solidFill>
                  <a:schemeClr val="tx2"/>
                </a:solidFill>
              </a:rPr>
              <a:t>Klik teks di slide lalu ketik info resmi Hoki. Catatan kuning di kanan slide menyebut apa saja yang perlu diisi.</a:t>
            </a:r>
            <a:endParaRPr lang="en-US" sz="2850" dirty="0"/>
          </a:p>
        </p:txBody>
      </p:sp>
      <p:sp>
        <p:nvSpPr>
          <p:cNvPr id="7" name="Nomor 2_6"/>
          <p:cNvSpPr/>
          <p:nvPr/>
        </p:nvSpPr>
        <p:spPr>
          <a:xfrm>
            <a:off x="685800" y="600075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Angka 2_7"/>
          <p:cNvSpPr txBox="1"/>
          <p:nvPr/>
        </p:nvSpPr>
        <p:spPr>
          <a:xfrm>
            <a:off x="685800" y="600075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Langkah 2_8"/>
          <p:cNvSpPr txBox="1"/>
          <p:nvPr/>
        </p:nvSpPr>
        <p:spPr>
          <a:xfrm>
            <a:off x="1905000" y="5924550"/>
            <a:ext cx="769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Nomor WhatsApp sekaligus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175" dirty="0">
                <a:solidFill>
                  <a:schemeClr val="tx2"/>
                </a:solidFill>
              </a:rPr>
              <a:t>Tekan Ctrl+H (Mac: Cmd+Shift+H), cari [ISI: 08xx-xxxx-xxxx], ganti dengan nomor Hoki, lalu Replace All.</a:t>
            </a:r>
            <a:endParaRPr lang="en-US" sz="2850" dirty="0"/>
          </a:p>
        </p:txBody>
      </p:sp>
      <p:sp>
        <p:nvSpPr>
          <p:cNvPr id="10" name="Nomor 3_9"/>
          <p:cNvSpPr/>
          <p:nvPr/>
        </p:nvSpPr>
        <p:spPr>
          <a:xfrm>
            <a:off x="685800" y="85725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Angka 3_10"/>
          <p:cNvSpPr txBox="1"/>
          <p:nvPr/>
        </p:nvSpPr>
        <p:spPr>
          <a:xfrm>
            <a:off x="685800" y="85725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Langkah 3_11"/>
          <p:cNvSpPr txBox="1"/>
          <p:nvPr/>
        </p:nvSpPr>
        <p:spPr>
          <a:xfrm>
            <a:off x="1905000" y="8496300"/>
            <a:ext cx="769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Cek sebelum export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175" dirty="0">
                <a:solidFill>
                  <a:schemeClr val="tx2"/>
                </a:solidFill>
              </a:rPr>
              <a:t>Ctrl+F cari “[ISI”. Harus tidak ada lagi yang ditemukan.</a:t>
            </a:r>
            <a:endParaRPr lang="en-US" sz="2850" dirty="0"/>
          </a:p>
        </p:txBody>
      </p:sp>
      <p:sp>
        <p:nvSpPr>
          <p:cNvPr id="13" name="Nomor 4_12"/>
          <p:cNvSpPr/>
          <p:nvPr/>
        </p:nvSpPr>
        <p:spPr>
          <a:xfrm>
            <a:off x="685800" y="1114425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Angka 4_13"/>
          <p:cNvSpPr txBox="1"/>
          <p:nvPr/>
        </p:nvSpPr>
        <p:spPr>
          <a:xfrm>
            <a:off x="685800" y="1114425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en-US" sz="3600" dirty="0"/>
          </a:p>
        </p:txBody>
      </p:sp>
      <p:sp>
        <p:nvSpPr>
          <p:cNvPr id="15" name="Langkah 4_14"/>
          <p:cNvSpPr txBox="1"/>
          <p:nvPr/>
        </p:nvSpPr>
        <p:spPr>
          <a:xfrm>
            <a:off x="1905000" y="11068050"/>
            <a:ext cx="769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Export jadi gambar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175" dirty="0">
                <a:solidFill>
                  <a:schemeClr val="tx2"/>
                </a:solidFill>
              </a:rPr>
              <a:t>File &gt; Export &gt; PNG &gt; All Slides. Ukuran slide sudah 1080 x 1920 px. Di Mac, isi Width 1080 dan Height 1920.</a:t>
            </a:r>
            <a:endParaRPr lang="en-US" sz="2850" dirty="0"/>
          </a:p>
        </p:txBody>
      </p:sp>
      <p:sp>
        <p:nvSpPr>
          <p:cNvPr id="16" name="Nomor 5_15"/>
          <p:cNvSpPr/>
          <p:nvPr/>
        </p:nvSpPr>
        <p:spPr>
          <a:xfrm>
            <a:off x="685800" y="137160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Angka 5_16"/>
          <p:cNvSpPr txBox="1"/>
          <p:nvPr/>
        </p:nvSpPr>
        <p:spPr>
          <a:xfrm>
            <a:off x="685800" y="1371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5</a:t>
            </a:r>
            <a:endParaRPr lang="en-US" sz="3600" dirty="0"/>
          </a:p>
        </p:txBody>
      </p:sp>
      <p:sp>
        <p:nvSpPr>
          <p:cNvPr id="18" name="Langkah 5_17"/>
          <p:cNvSpPr txBox="1"/>
          <p:nvPr/>
        </p:nvSpPr>
        <p:spPr>
          <a:xfrm>
            <a:off x="1905000" y="13639800"/>
            <a:ext cx="7696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Upload ke Highlight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175" dirty="0">
                <a:solidFill>
                  <a:schemeClr val="tx2"/>
                </a:solidFill>
              </a:rPr>
              <a:t>Upload sampul + slide sebagai Story, tambahkan ke Highlight, lalu Edit Highlight &gt; Edit Cover pilih gambar sampulnya.</a:t>
            </a:r>
            <a:endParaRPr lang="en-US" sz="2850" dirty="0"/>
          </a:p>
        </p:txBody>
      </p:sp>
      <p:sp>
        <p:nvSpPr>
          <p:cNvPr id="19" name="Catatan_18"/>
          <p:cNvSpPr txBox="1"/>
          <p:nvPr/>
        </p:nvSpPr>
        <p:spPr>
          <a:xfrm>
            <a:off x="685800" y="16383000"/>
            <a:ext cx="8915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chemeClr val="tx2"/>
                </a:solidFill>
              </a:rPr>
              <a:t>Urutan upload yang disarankan: Layanan, Area, Cara Order, Testimoni.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kon_19" descr="Ikon highlight Layan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7486650"/>
            <a:ext cx="3743325" cy="3810000"/>
          </a:xfrm>
          <a:prstGeom prst="rect">
            <a:avLst/>
          </a:prstGeom>
        </p:spPr>
      </p:pic>
      <p:sp>
        <p:nvSpPr>
          <p:cNvPr id="3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SAMPUL HIGHLIGHT: Layanan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Siap pakai, tidak perlu diubah.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Export slide ini sebagai PNG, upload sebagai Story, lalu pilih sebagai sampul highlight “Layanan”.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Instagram memotong lingkaran dari tengah, jadi ikon sengaja di tengah.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 judul_20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Plat logo_21"/>
          <p:cNvSpPr/>
          <p:nvPr/>
        </p:nvSpPr>
        <p:spPr>
          <a:xfrm>
            <a:off x="685800" y="2381250"/>
            <a:ext cx="3314700" cy="1604963"/>
          </a:xfrm>
          <a:prstGeom prst="roundRect">
            <a:avLst>
              <a:gd name="adj" fmla="val 16617"/>
            </a:avLst>
          </a:prstGeom>
          <a:solidFill>
            <a:schemeClr val="bg1"/>
          </a:solidFill>
          <a:ln/>
        </p:spPr>
      </p:sp>
      <p:pic>
        <p:nvPicPr>
          <p:cNvPr id="4" name="Logo H8KI_22" descr="Logo H8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52700"/>
            <a:ext cx="2857500" cy="1262063"/>
          </a:xfrm>
          <a:prstGeom prst="rect">
            <a:avLst/>
          </a:prstGeom>
        </p:spPr>
      </p:pic>
      <p:sp>
        <p:nvSpPr>
          <p:cNvPr id="5" name="Subjudul_23"/>
          <p:cNvSpPr txBox="1"/>
          <p:nvPr/>
        </p:nvSpPr>
        <p:spPr>
          <a:xfrm>
            <a:off x="685800" y="4214813"/>
            <a:ext cx="895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Kurir yang nggak nyerah</a:t>
            </a:r>
            <a:endParaRPr lang="en-US" sz="2550" dirty="0"/>
          </a:p>
        </p:txBody>
      </p:sp>
      <p:sp>
        <p:nvSpPr>
          <p:cNvPr id="6" name="Judul_24"/>
          <p:cNvSpPr txBox="1"/>
          <p:nvPr/>
        </p:nvSpPr>
        <p:spPr>
          <a:xfrm>
            <a:off x="685800" y="4691063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700" b="1" dirty="0">
                <a:solidFill>
                  <a:schemeClr val="bg1"/>
                </a:solidFill>
              </a:rPr>
              <a:t>Layanan</a:t>
            </a:r>
            <a:endParaRPr lang="en-US" sz="5700" dirty="0"/>
          </a:p>
        </p:txBody>
      </p:sp>
      <p:sp>
        <p:nvSpPr>
          <p:cNvPr id="7" name="Kartu_25"/>
          <p:cNvSpPr/>
          <p:nvPr/>
        </p:nvSpPr>
        <p:spPr>
          <a:xfrm>
            <a:off x="571500" y="66675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8" name="Penanda kartu_26"/>
          <p:cNvSpPr/>
          <p:nvPr/>
        </p:nvSpPr>
        <p:spPr>
          <a:xfrm>
            <a:off x="571500" y="66675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Isi kartu 1_27"/>
          <p:cNvSpPr txBox="1"/>
          <p:nvPr/>
        </p:nvSpPr>
        <p:spPr>
          <a:xfrm>
            <a:off x="1143000" y="68961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layanan 1, mis. Reguler]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keterangan &amp; estimasi waktu]</a:t>
            </a:r>
            <a:endParaRPr lang="en-US" sz="2850" dirty="0"/>
          </a:p>
        </p:txBody>
      </p:sp>
      <p:sp>
        <p:nvSpPr>
          <p:cNvPr id="10" name="Kartu_28"/>
          <p:cNvSpPr/>
          <p:nvPr/>
        </p:nvSpPr>
        <p:spPr>
          <a:xfrm>
            <a:off x="571500" y="91440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Penanda kartu_29"/>
          <p:cNvSpPr/>
          <p:nvPr/>
        </p:nvSpPr>
        <p:spPr>
          <a:xfrm>
            <a:off x="571500" y="91440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Isi kartu 2_30"/>
          <p:cNvSpPr txBox="1"/>
          <p:nvPr/>
        </p:nvSpPr>
        <p:spPr>
          <a:xfrm>
            <a:off x="1143000" y="93726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layanan 2, mis. Same Day]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keterangan &amp; estimasi waktu]</a:t>
            </a:r>
            <a:endParaRPr lang="en-US" sz="2850" dirty="0"/>
          </a:p>
        </p:txBody>
      </p:sp>
      <p:sp>
        <p:nvSpPr>
          <p:cNvPr id="13" name="Kartu_31"/>
          <p:cNvSpPr/>
          <p:nvPr/>
        </p:nvSpPr>
        <p:spPr>
          <a:xfrm>
            <a:off x="571500" y="116205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4" name="Penanda kartu_32"/>
          <p:cNvSpPr/>
          <p:nvPr/>
        </p:nvSpPr>
        <p:spPr>
          <a:xfrm>
            <a:off x="571500" y="116205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Isi kartu 3_33"/>
          <p:cNvSpPr txBox="1"/>
          <p:nvPr/>
        </p:nvSpPr>
        <p:spPr>
          <a:xfrm>
            <a:off x="1143000" y="118491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layanan 3, mis. Kargo]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keterangan singkat]</a:t>
            </a:r>
            <a:endParaRPr lang="en-US" sz="2850" dirty="0"/>
          </a:p>
        </p:txBody>
      </p:sp>
      <p:sp>
        <p:nvSpPr>
          <p:cNvPr id="16" name="Catatan bawah_34"/>
          <p:cNvSpPr txBox="1"/>
          <p:nvPr/>
        </p:nvSpPr>
        <p:spPr>
          <a:xfrm>
            <a:off x="571500" y="14135100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chemeClr val="tx2"/>
                </a:solidFill>
              </a:rPr>
              <a:t>Alamat cuma pakai patokan? Kurir kami cari sampai ketemu.</a:t>
            </a:r>
            <a:endParaRPr lang="en-US" sz="2250" dirty="0"/>
          </a:p>
        </p:txBody>
      </p:sp>
      <p:sp>
        <p:nvSpPr>
          <p:cNvPr id="17" name="Tombol WhatsApp_35"/>
          <p:cNvSpPr/>
          <p:nvPr/>
        </p:nvSpPr>
        <p:spPr>
          <a:xfrm>
            <a:off x="1047750" y="14859000"/>
            <a:ext cx="8191500" cy="857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Order via WhatsApp  </a:t>
            </a:r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[ISI: 08xx-xxxx-xxxx]</a:t>
            </a:r>
            <a:endParaRPr lang="en-US" sz="2700" dirty="0"/>
          </a:p>
        </p:txBody>
      </p:sp>
      <p:sp>
        <p:nvSpPr>
          <p:cNvPr id="18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YANG PERLU DIISI: Layanan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Ganti semua teks [ISI: ...]: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nama 3 layanan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keterangan + estimasi waktu tiap layanan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nomor WhatsApp (tombol hijau)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Kalau teks terlalu panjang, persingkat; jangan kecilkan huruf terlalu jauh.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Slide ini tidak boleh di-upload selama masih ada “[ISI”.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kon_36" descr="Ikon highlight Ar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0" y="5572125"/>
            <a:ext cx="2857500" cy="5286375"/>
          </a:xfrm>
          <a:prstGeom prst="rect">
            <a:avLst/>
          </a:prstGeom>
        </p:spPr>
      </p:pic>
      <p:sp>
        <p:nvSpPr>
          <p:cNvPr id="3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SAMPUL HIGHLIGHT: Area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Siap pakai, tidak perlu diubah.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Export slide ini sebagai PNG, upload sebagai Story, lalu pilih sebagai sampul highlight “Area”.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Instagram memotong lingkaran dari tengah, jadi ikon sengaja di tengah.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 judul_37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Plat logo_38"/>
          <p:cNvSpPr/>
          <p:nvPr/>
        </p:nvSpPr>
        <p:spPr>
          <a:xfrm>
            <a:off x="685800" y="2381250"/>
            <a:ext cx="3314700" cy="1604963"/>
          </a:xfrm>
          <a:prstGeom prst="roundRect">
            <a:avLst>
              <a:gd name="adj" fmla="val 16617"/>
            </a:avLst>
          </a:prstGeom>
          <a:solidFill>
            <a:schemeClr val="bg1"/>
          </a:solidFill>
          <a:ln/>
        </p:spPr>
      </p:sp>
      <p:pic>
        <p:nvPicPr>
          <p:cNvPr id="4" name="Logo H8KI_39" descr="Logo H8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52700"/>
            <a:ext cx="2857500" cy="1262063"/>
          </a:xfrm>
          <a:prstGeom prst="rect">
            <a:avLst/>
          </a:prstGeom>
        </p:spPr>
      </p:pic>
      <p:sp>
        <p:nvSpPr>
          <p:cNvPr id="5" name="Subjudul_40"/>
          <p:cNvSpPr txBox="1"/>
          <p:nvPr/>
        </p:nvSpPr>
        <p:spPr>
          <a:xfrm>
            <a:off x="685800" y="4214813"/>
            <a:ext cx="895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Di mana kami melayani</a:t>
            </a:r>
            <a:endParaRPr lang="en-US" sz="2550" dirty="0"/>
          </a:p>
        </p:txBody>
      </p:sp>
      <p:sp>
        <p:nvSpPr>
          <p:cNvPr id="6" name="Judul_41"/>
          <p:cNvSpPr txBox="1"/>
          <p:nvPr/>
        </p:nvSpPr>
        <p:spPr>
          <a:xfrm>
            <a:off x="685800" y="4691063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700" b="1" dirty="0">
                <a:solidFill>
                  <a:schemeClr val="bg1"/>
                </a:solidFill>
              </a:rPr>
              <a:t>Area</a:t>
            </a:r>
            <a:endParaRPr lang="en-US" sz="5700" dirty="0"/>
          </a:p>
        </p:txBody>
      </p:sp>
      <p:sp>
        <p:nvSpPr>
          <p:cNvPr id="7" name="Kartu_42"/>
          <p:cNvSpPr/>
          <p:nvPr/>
        </p:nvSpPr>
        <p:spPr>
          <a:xfrm>
            <a:off x="571500" y="66675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8" name="Penanda kartu_43"/>
          <p:cNvSpPr/>
          <p:nvPr/>
        </p:nvSpPr>
        <p:spPr>
          <a:xfrm>
            <a:off x="571500" y="66675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Isi kartu 1_44"/>
          <p:cNvSpPr txBox="1"/>
          <p:nvPr/>
        </p:nvSpPr>
        <p:spPr>
          <a:xfrm>
            <a:off x="1143000" y="68961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Cabang / kota 1]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alamat cabang atau area layanan]</a:t>
            </a:r>
            <a:endParaRPr lang="en-US" sz="2850" dirty="0"/>
          </a:p>
        </p:txBody>
      </p:sp>
      <p:sp>
        <p:nvSpPr>
          <p:cNvPr id="10" name="Kartu_45"/>
          <p:cNvSpPr/>
          <p:nvPr/>
        </p:nvSpPr>
        <p:spPr>
          <a:xfrm>
            <a:off x="571500" y="91440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Penanda kartu_46"/>
          <p:cNvSpPr/>
          <p:nvPr/>
        </p:nvSpPr>
        <p:spPr>
          <a:xfrm>
            <a:off x="571500" y="91440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Isi kartu 2_47"/>
          <p:cNvSpPr txBox="1"/>
          <p:nvPr/>
        </p:nvSpPr>
        <p:spPr>
          <a:xfrm>
            <a:off x="1143000" y="93726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Cabang / kota 2]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alamat cabang atau area layanan]</a:t>
            </a:r>
            <a:endParaRPr lang="en-US" sz="2850" dirty="0"/>
          </a:p>
        </p:txBody>
      </p:sp>
      <p:sp>
        <p:nvSpPr>
          <p:cNvPr id="13" name="Kartu_48"/>
          <p:cNvSpPr/>
          <p:nvPr/>
        </p:nvSpPr>
        <p:spPr>
          <a:xfrm>
            <a:off x="571500" y="11620500"/>
            <a:ext cx="9144000" cy="219075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4" name="Penanda kartu_49"/>
          <p:cNvSpPr/>
          <p:nvPr/>
        </p:nvSpPr>
        <p:spPr>
          <a:xfrm>
            <a:off x="571500" y="11620500"/>
            <a:ext cx="152400" cy="2190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Isi kartu 3_50"/>
          <p:cNvSpPr txBox="1"/>
          <p:nvPr/>
        </p:nvSpPr>
        <p:spPr>
          <a:xfrm>
            <a:off x="1143000" y="11849100"/>
            <a:ext cx="81915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[ISI: Cabang / kota 3]</a:t>
            </a:r>
            <a:endParaRPr lang="en-US" sz="28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250" dirty="0">
                <a:solidFill>
                  <a:schemeClr val="tx2"/>
                </a:solidFill>
              </a:rPr>
              <a:t>[ISI: alamat cabang atau area layanan]</a:t>
            </a:r>
            <a:endParaRPr lang="en-US" sz="2850" dirty="0"/>
          </a:p>
        </p:txBody>
      </p:sp>
      <p:sp>
        <p:nvSpPr>
          <p:cNvPr id="16" name="Catatan bawah_51"/>
          <p:cNvSpPr txBox="1"/>
          <p:nvPr/>
        </p:nvSpPr>
        <p:spPr>
          <a:xfrm>
            <a:off x="571500" y="14135100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chemeClr val="tx2"/>
                </a:solidFill>
              </a:rPr>
              <a:t>Area Anda belum ada di daftar? Tanya dulu via WhatsApp.</a:t>
            </a:r>
            <a:endParaRPr lang="en-US" sz="2250" dirty="0"/>
          </a:p>
        </p:txBody>
      </p:sp>
      <p:sp>
        <p:nvSpPr>
          <p:cNvPr id="17" name="Tombol WhatsApp_52"/>
          <p:cNvSpPr/>
          <p:nvPr/>
        </p:nvSpPr>
        <p:spPr>
          <a:xfrm>
            <a:off x="1047750" y="14859000"/>
            <a:ext cx="8191500" cy="857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Order via WhatsApp  </a:t>
            </a:r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[ISI: 08xx-xxxx-xxxx]</a:t>
            </a:r>
            <a:endParaRPr lang="en-US" sz="2700" dirty="0"/>
          </a:p>
        </p:txBody>
      </p:sp>
      <p:sp>
        <p:nvSpPr>
          <p:cNvPr id="18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YANG PERLU DIISI: Area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Ganti semua teks [ISI: ...]: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nama cabang / kota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alamat atau area layanan tiap cabang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nomor WhatsApp (tombol hijau)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Kalau teks terlalu panjang, persingkat; jangan kecilkan huruf terlalu jauh.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Slide ini tidak boleh di-upload selama masih ada “[ISI”.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kon_53" descr="Ikon highlight Cara 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0375" y="7429500"/>
            <a:ext cx="4286250" cy="3771900"/>
          </a:xfrm>
          <a:prstGeom prst="rect">
            <a:avLst/>
          </a:prstGeom>
        </p:spPr>
      </p:pic>
      <p:sp>
        <p:nvSpPr>
          <p:cNvPr id="3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SAMPUL HIGHLIGHT: Cara Order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Siap pakai, tidak perlu diubah.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Export slide ini sebagai PNG, upload sebagai Story, lalu pilih sebagai sampul highlight “Cara Order”.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Instagram memotong lingkaran dari tengah, jadi ikon sengaja di tengah.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 judul_54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Plat logo_55"/>
          <p:cNvSpPr/>
          <p:nvPr/>
        </p:nvSpPr>
        <p:spPr>
          <a:xfrm>
            <a:off x="685800" y="2381250"/>
            <a:ext cx="3314700" cy="1604963"/>
          </a:xfrm>
          <a:prstGeom prst="roundRect">
            <a:avLst>
              <a:gd name="adj" fmla="val 16617"/>
            </a:avLst>
          </a:prstGeom>
          <a:solidFill>
            <a:schemeClr val="bg1"/>
          </a:solidFill>
          <a:ln/>
        </p:spPr>
      </p:sp>
      <p:pic>
        <p:nvPicPr>
          <p:cNvPr id="4" name="Logo H8KI_56" descr="Logo H8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52700"/>
            <a:ext cx="2857500" cy="1262063"/>
          </a:xfrm>
          <a:prstGeom prst="rect">
            <a:avLst/>
          </a:prstGeom>
        </p:spPr>
      </p:pic>
      <p:sp>
        <p:nvSpPr>
          <p:cNvPr id="5" name="Subjudul_57"/>
          <p:cNvSpPr txBox="1"/>
          <p:nvPr/>
        </p:nvSpPr>
        <p:spPr>
          <a:xfrm>
            <a:off x="685800" y="4214813"/>
            <a:ext cx="895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Mudah, cukup 4 langkah</a:t>
            </a:r>
            <a:endParaRPr lang="en-US" sz="2550" dirty="0"/>
          </a:p>
        </p:txBody>
      </p:sp>
      <p:sp>
        <p:nvSpPr>
          <p:cNvPr id="6" name="Judul_58"/>
          <p:cNvSpPr txBox="1"/>
          <p:nvPr/>
        </p:nvSpPr>
        <p:spPr>
          <a:xfrm>
            <a:off x="685800" y="4691063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700" b="1" dirty="0">
                <a:solidFill>
                  <a:schemeClr val="bg1"/>
                </a:solidFill>
              </a:rPr>
              <a:t>Cara Order</a:t>
            </a:r>
            <a:endParaRPr lang="en-US" sz="5700" dirty="0"/>
          </a:p>
        </p:txBody>
      </p:sp>
      <p:sp>
        <p:nvSpPr>
          <p:cNvPr id="7" name="Kartu_59"/>
          <p:cNvSpPr/>
          <p:nvPr/>
        </p:nvSpPr>
        <p:spPr>
          <a:xfrm>
            <a:off x="571500" y="6667500"/>
            <a:ext cx="9144000" cy="180975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8" name="Penanda kartu_60"/>
          <p:cNvSpPr/>
          <p:nvPr/>
        </p:nvSpPr>
        <p:spPr>
          <a:xfrm>
            <a:off x="571500" y="6667500"/>
            <a:ext cx="152400" cy="1809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Isi kartu 1_61"/>
          <p:cNvSpPr txBox="1"/>
          <p:nvPr/>
        </p:nvSpPr>
        <p:spPr>
          <a:xfrm>
            <a:off x="1143000" y="6896100"/>
            <a:ext cx="81915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chemeClr val="tx1"/>
                </a:solidFill>
              </a:rPr>
              <a:t>1. Chat WhatsApp kami</a:t>
            </a:r>
            <a:endParaRPr lang="en-US" sz="25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25" dirty="0">
                <a:solidFill>
                  <a:schemeClr val="tx2"/>
                </a:solidFill>
              </a:rPr>
              <a:t>Klik link di bio atau simpan nomor di bawah.</a:t>
            </a:r>
            <a:endParaRPr lang="en-US" sz="2550" dirty="0"/>
          </a:p>
        </p:txBody>
      </p:sp>
      <p:sp>
        <p:nvSpPr>
          <p:cNvPr id="10" name="Kartu_62"/>
          <p:cNvSpPr/>
          <p:nvPr/>
        </p:nvSpPr>
        <p:spPr>
          <a:xfrm>
            <a:off x="571500" y="8686800"/>
            <a:ext cx="9144000" cy="180975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Penanda kartu_63"/>
          <p:cNvSpPr/>
          <p:nvPr/>
        </p:nvSpPr>
        <p:spPr>
          <a:xfrm>
            <a:off x="571500" y="8686800"/>
            <a:ext cx="152400" cy="1809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Isi kartu 2_64"/>
          <p:cNvSpPr txBox="1"/>
          <p:nvPr/>
        </p:nvSpPr>
        <p:spPr>
          <a:xfrm>
            <a:off x="1143000" y="8915400"/>
            <a:ext cx="81915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chemeClr val="tx1"/>
                </a:solidFill>
              </a:rPr>
              <a:t>2. Kirim detail paket</a:t>
            </a:r>
            <a:endParaRPr lang="en-US" sz="25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25" dirty="0">
                <a:solidFill>
                  <a:schemeClr val="tx2"/>
                </a:solidFill>
              </a:rPr>
              <a:t>Alamat pengirim &amp; penerima, isi paket, dan perkiraan berat/ukuran.</a:t>
            </a:r>
            <a:endParaRPr lang="en-US" sz="2550" dirty="0"/>
          </a:p>
        </p:txBody>
      </p:sp>
      <p:sp>
        <p:nvSpPr>
          <p:cNvPr id="13" name="Kartu_65"/>
          <p:cNvSpPr/>
          <p:nvPr/>
        </p:nvSpPr>
        <p:spPr>
          <a:xfrm>
            <a:off x="571500" y="10706100"/>
            <a:ext cx="9144000" cy="180975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4" name="Penanda kartu_66"/>
          <p:cNvSpPr/>
          <p:nvPr/>
        </p:nvSpPr>
        <p:spPr>
          <a:xfrm>
            <a:off x="571500" y="10706100"/>
            <a:ext cx="152400" cy="1809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Isi kartu 3_67"/>
          <p:cNvSpPr txBox="1"/>
          <p:nvPr/>
        </p:nvSpPr>
        <p:spPr>
          <a:xfrm>
            <a:off x="1143000" y="10934700"/>
            <a:ext cx="81915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chemeClr val="tx1"/>
                </a:solidFill>
              </a:rPr>
              <a:t>3. [ISI: dijemput / antar ke cabang]</a:t>
            </a:r>
            <a:endParaRPr lang="en-US" sz="25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25" dirty="0">
                <a:solidFill>
                  <a:schemeClr val="tx2"/>
                </a:solidFill>
              </a:rPr>
              <a:t>[ISI: jam jemput / jam buka]</a:t>
            </a:r>
            <a:endParaRPr lang="en-US" sz="2550" dirty="0"/>
          </a:p>
        </p:txBody>
      </p:sp>
      <p:sp>
        <p:nvSpPr>
          <p:cNvPr id="16" name="Kartu_68"/>
          <p:cNvSpPr/>
          <p:nvPr/>
        </p:nvSpPr>
        <p:spPr>
          <a:xfrm>
            <a:off x="571500" y="12725400"/>
            <a:ext cx="9144000" cy="180975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7" name="Penanda kartu_69"/>
          <p:cNvSpPr/>
          <p:nvPr/>
        </p:nvSpPr>
        <p:spPr>
          <a:xfrm>
            <a:off x="571500" y="12725400"/>
            <a:ext cx="152400" cy="1809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Isi kartu 4_70"/>
          <p:cNvSpPr txBox="1"/>
          <p:nvPr/>
        </p:nvSpPr>
        <p:spPr>
          <a:xfrm>
            <a:off x="1143000" y="12954000"/>
            <a:ext cx="81915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chemeClr val="tx1"/>
                </a:solidFill>
              </a:rPr>
              <a:t>4. Bayar &amp; terima nomor resi</a:t>
            </a:r>
            <a:endParaRPr lang="en-US" sz="25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25" dirty="0">
                <a:solidFill>
                  <a:schemeClr val="tx2"/>
                </a:solidFill>
              </a:rPr>
              <a:t>[ISI: cara bayar, mis. transfer / tunai]</a:t>
            </a:r>
            <a:endParaRPr lang="en-US" sz="2550" dirty="0"/>
          </a:p>
        </p:txBody>
      </p:sp>
      <p:sp>
        <p:nvSpPr>
          <p:cNvPr id="19" name="Tombol WhatsApp_71"/>
          <p:cNvSpPr/>
          <p:nvPr/>
        </p:nvSpPr>
        <p:spPr>
          <a:xfrm>
            <a:off x="1047750" y="14859000"/>
            <a:ext cx="8191500" cy="857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Order via WhatsApp  </a:t>
            </a:r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[ISI: 08xx-xxxx-xxxx]</a:t>
            </a:r>
            <a:endParaRPr lang="en-US" sz="2700" dirty="0"/>
          </a:p>
        </p:txBody>
      </p:sp>
      <p:sp>
        <p:nvSpPr>
          <p:cNvPr id="20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YANG PERLU DIISI: Cara Order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Ganti semua teks [ISI: ...]: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langkah 3: dijemput kurir atau antar ke cabang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jam jemput / jam buka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cara bayar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nomor WhatsApp (tombol hijau)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Kalau teks terlalu panjang, persingkat; jangan kecilkan huruf terlalu jauh.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Slide ini tidak boleh di-upload selama masih ada “[ISI”.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kon_72" descr="Ikon highlight Testimo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275" y="6858000"/>
            <a:ext cx="4352925" cy="4133850"/>
          </a:xfrm>
          <a:prstGeom prst="rect">
            <a:avLst/>
          </a:prstGeom>
        </p:spPr>
      </p:pic>
      <p:sp>
        <p:nvSpPr>
          <p:cNvPr id="3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SAMPUL HIGHLIGHT: Testimoni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Siap pakai, tidak perlu diubah.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Export slide ini sebagai PNG, upload sebagai Story, lalu pilih sebagai sampul highlight “Testimoni”.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Instagram memotong lingkaran dari tengah, jadi ikon sengaja di tengah.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 judul_73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Plat logo_74"/>
          <p:cNvSpPr/>
          <p:nvPr/>
        </p:nvSpPr>
        <p:spPr>
          <a:xfrm>
            <a:off x="685800" y="2381250"/>
            <a:ext cx="3314700" cy="1604963"/>
          </a:xfrm>
          <a:prstGeom prst="roundRect">
            <a:avLst>
              <a:gd name="adj" fmla="val 16617"/>
            </a:avLst>
          </a:prstGeom>
          <a:solidFill>
            <a:schemeClr val="bg1"/>
          </a:solidFill>
          <a:ln/>
        </p:spPr>
      </p:sp>
      <p:pic>
        <p:nvPicPr>
          <p:cNvPr id="4" name="Logo H8KI_75" descr="Logo H8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52700"/>
            <a:ext cx="2857500" cy="1262063"/>
          </a:xfrm>
          <a:prstGeom prst="rect">
            <a:avLst/>
          </a:prstGeom>
        </p:spPr>
      </p:pic>
      <p:sp>
        <p:nvSpPr>
          <p:cNvPr id="5" name="Subjudul_76"/>
          <p:cNvSpPr txBox="1"/>
          <p:nvPr/>
        </p:nvSpPr>
        <p:spPr>
          <a:xfrm>
            <a:off x="685800" y="4214813"/>
            <a:ext cx="895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Kata pelanggan kami</a:t>
            </a:r>
            <a:endParaRPr lang="en-US" sz="2550" dirty="0"/>
          </a:p>
        </p:txBody>
      </p:sp>
      <p:sp>
        <p:nvSpPr>
          <p:cNvPr id="6" name="Judul_77"/>
          <p:cNvSpPr txBox="1"/>
          <p:nvPr/>
        </p:nvSpPr>
        <p:spPr>
          <a:xfrm>
            <a:off x="685800" y="4691063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700" b="1" dirty="0">
                <a:solidFill>
                  <a:schemeClr val="bg1"/>
                </a:solidFill>
              </a:rPr>
              <a:t>Testimoni</a:t>
            </a:r>
            <a:endParaRPr lang="en-US" sz="5700" dirty="0"/>
          </a:p>
        </p:txBody>
      </p:sp>
      <p:sp>
        <p:nvSpPr>
          <p:cNvPr id="7" name="Kartu_78"/>
          <p:cNvSpPr/>
          <p:nvPr/>
        </p:nvSpPr>
        <p:spPr>
          <a:xfrm>
            <a:off x="571500" y="6858000"/>
            <a:ext cx="9144000" cy="66675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8" name="Tanda kutip_79"/>
          <p:cNvSpPr txBox="1"/>
          <p:nvPr/>
        </p:nvSpPr>
        <p:spPr>
          <a:xfrm>
            <a:off x="1047750" y="6572250"/>
            <a:ext cx="1905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0" b="1" dirty="0">
                <a:solidFill>
                  <a:schemeClr val="accent1"/>
                </a:solidFill>
              </a:rPr>
              <a:t>“</a:t>
            </a:r>
            <a:endParaRPr lang="en-US" sz="16500" dirty="0"/>
          </a:p>
        </p:txBody>
      </p:sp>
      <p:sp>
        <p:nvSpPr>
          <p:cNvPr id="9" name="Kutipan_80"/>
          <p:cNvSpPr txBox="1"/>
          <p:nvPr/>
        </p:nvSpPr>
        <p:spPr>
          <a:xfrm>
            <a:off x="1143000" y="8858250"/>
            <a:ext cx="800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[ISI: kutipan pelanggan, 1-3 kalimat, dengan izin pelanggan]</a:t>
            </a:r>
            <a:endParaRPr lang="en-US" sz="3000" dirty="0"/>
          </a:p>
        </p:txBody>
      </p:sp>
      <p:sp>
        <p:nvSpPr>
          <p:cNvPr id="10" name="Nama pelanggan_81"/>
          <p:cNvSpPr txBox="1"/>
          <p:nvPr/>
        </p:nvSpPr>
        <p:spPr>
          <a:xfrm>
            <a:off x="1143000" y="11572875"/>
            <a:ext cx="800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chemeClr val="tx1"/>
                </a:solidFill>
              </a:rPr>
              <a:t>[ISI: nama &amp; kota pelanggan]</a:t>
            </a:r>
            <a:endParaRPr lang="en-US" sz="2550" dirty="0"/>
          </a:p>
        </p:txBody>
      </p:sp>
      <p:sp>
        <p:nvSpPr>
          <p:cNvPr id="11" name="Bintang 1_82"/>
          <p:cNvSpPr/>
          <p:nvPr/>
        </p:nvSpPr>
        <p:spPr>
          <a:xfrm>
            <a:off x="1123950" y="12744450"/>
            <a:ext cx="419100" cy="419100"/>
          </a:xfrm>
          <a:prstGeom prst="star5">
            <a:avLst/>
          </a:prstGeom>
          <a:solidFill>
            <a:schemeClr val="accent4"/>
          </a:solidFill>
          <a:ln/>
        </p:spPr>
      </p:sp>
      <p:sp>
        <p:nvSpPr>
          <p:cNvPr id="12" name="Bintang 2_83"/>
          <p:cNvSpPr/>
          <p:nvPr/>
        </p:nvSpPr>
        <p:spPr>
          <a:xfrm>
            <a:off x="1790700" y="12744450"/>
            <a:ext cx="419100" cy="419100"/>
          </a:xfrm>
          <a:prstGeom prst="star5">
            <a:avLst/>
          </a:prstGeom>
          <a:solidFill>
            <a:schemeClr val="accent4"/>
          </a:solidFill>
          <a:ln/>
        </p:spPr>
      </p:sp>
      <p:sp>
        <p:nvSpPr>
          <p:cNvPr id="13" name="Bintang 3_84"/>
          <p:cNvSpPr/>
          <p:nvPr/>
        </p:nvSpPr>
        <p:spPr>
          <a:xfrm>
            <a:off x="2457450" y="12744450"/>
            <a:ext cx="419100" cy="419100"/>
          </a:xfrm>
          <a:prstGeom prst="star5">
            <a:avLst/>
          </a:prstGeom>
          <a:solidFill>
            <a:schemeClr val="accent4"/>
          </a:solidFill>
          <a:ln/>
        </p:spPr>
      </p:sp>
      <p:sp>
        <p:nvSpPr>
          <p:cNvPr id="14" name="Bintang 4_85"/>
          <p:cNvSpPr/>
          <p:nvPr/>
        </p:nvSpPr>
        <p:spPr>
          <a:xfrm>
            <a:off x="3124200" y="12744450"/>
            <a:ext cx="419100" cy="419100"/>
          </a:xfrm>
          <a:prstGeom prst="star5">
            <a:avLst/>
          </a:prstGeom>
          <a:solidFill>
            <a:schemeClr val="accent4"/>
          </a:solidFill>
          <a:ln/>
        </p:spPr>
      </p:sp>
      <p:sp>
        <p:nvSpPr>
          <p:cNvPr id="15" name="Bintang 5_86"/>
          <p:cNvSpPr/>
          <p:nvPr/>
        </p:nvSpPr>
        <p:spPr>
          <a:xfrm>
            <a:off x="3790950" y="12744450"/>
            <a:ext cx="419100" cy="419100"/>
          </a:xfrm>
          <a:prstGeom prst="star5">
            <a:avLst/>
          </a:prstGeom>
          <a:solidFill>
            <a:schemeClr val="accent4"/>
          </a:solidFill>
          <a:ln/>
        </p:spPr>
      </p:sp>
      <p:sp>
        <p:nvSpPr>
          <p:cNvPr id="16" name="Tombol WhatsApp_87"/>
          <p:cNvSpPr/>
          <p:nvPr/>
        </p:nvSpPr>
        <p:spPr>
          <a:xfrm>
            <a:off x="1047750" y="14859000"/>
            <a:ext cx="8191500" cy="857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Order via WhatsApp  </a:t>
            </a:r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[ISI: 08xx-xxxx-xxxx]</a:t>
            </a:r>
            <a:endParaRPr lang="en-US" sz="2700" dirty="0"/>
          </a:p>
        </p:txBody>
      </p:sp>
      <p:sp>
        <p:nvSpPr>
          <p:cNvPr id="17" name="Catatan (di luar slide, tidak ikut ter-export)"/>
          <p:cNvSpPr txBox="1"/>
          <p:nvPr/>
        </p:nvSpPr>
        <p:spPr>
          <a:xfrm>
            <a:off x="10607040" y="274320"/>
            <a:ext cx="4023360" cy="5486400"/>
          </a:xfrm>
          <a:prstGeom prst="rect">
            <a:avLst/>
          </a:prstGeom>
          <a:solidFill>
            <a:srgbClr val="FFF3B0"/>
          </a:solidFill>
          <a:ln w="19050">
            <a:solidFill>
              <a:srgbClr val="FFC400"/>
            </a:solidFill>
          </a:ln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81C28"/>
                </a:solidFill>
              </a:rPr>
              <a:t>YANG PERLU DIISI: Testimoni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Ini template: duplikat slide ini untuk tiap testimoni.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kutipan asli pelanggan (1-3 kalimat)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nama + kota (minta izin dulu)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jumlah bintang (hapus bintang kalau tidak relevan)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81C28"/>
                </a:solidFill>
              </a:rPr>
              <a:t>nomor WhatsApp (tombol hijau)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81C28"/>
                </a:solidFill>
              </a:rPr>
              <a:t>Hanya pakai testimoni nyata dan sudah diizinkan pelanggan.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8KI Highlights">
  <a:themeElements>
    <a:clrScheme name="H8KI Highlights">
      <a:dk1>
        <a:srgbClr val="181C28"/>
      </a:dk1>
      <a:lt1>
        <a:srgbClr val="FFFFFF"/>
      </a:lt1>
      <a:dk2>
        <a:srgbClr val="606874"/>
      </a:dk2>
      <a:lt2>
        <a:srgbClr val="F6F7FA"/>
      </a:lt2>
      <a:accent1>
        <a:srgbClr val="E3181E"/>
      </a:accent1>
      <a:accent2>
        <a:srgbClr val="049844"/>
      </a:accent2>
      <a:accent3>
        <a:srgbClr val="291B73"/>
      </a:accent3>
      <a:accent4>
        <a:srgbClr val="FFB400"/>
      </a:accent4>
      <a:accent5>
        <a:srgbClr val="966E00"/>
      </a:accent5>
      <a:accent6>
        <a:srgbClr val="FFF3B0"/>
      </a:accent6>
      <a:hlink>
        <a:srgbClr val="291B73"/>
      </a:hlink>
      <a:folHlink>
        <a:srgbClr val="606874"/>
      </a:folHlink>
    </a:clrScheme>
    <a:fontScheme name="H8KI Highligh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H8KI Instagram Highlights</dc:title>
  <dc:subject>PptxGenJS Presentation</dc:subject>
  <dc:creator>H8KI</dc:creator>
  <cp:lastModifiedBy>H8KI</cp:lastModifiedBy>
  <cp:revision>1</cp:revision>
  <dcterms:created xsi:type="dcterms:W3CDTF">2026-10-14T15:49:26Z</dcterms:created>
  <dcterms:modified xsi:type="dcterms:W3CDTF">2026-10-14T15:49:26Z</dcterms:modified>
</cp:coreProperties>
</file>